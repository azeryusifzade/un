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Fraunces Bold" panose="020B0604020202020204" charset="0"/>
      <p:regular r:id="rId9"/>
    </p:embeddedFont>
    <p:embeddedFont>
      <p:font typeface="Source Sans 3" panose="020B0604020202020204" charset="0"/>
      <p:regular r:id="rId10"/>
    </p:embeddedFont>
    <p:embeddedFont>
      <p:font typeface="Source Sans 3 Semi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5E0F4-46D0-4837-BB43-8FD2E6103EC6}" v="172" dt="2026-10-08T07:49:12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er Yusifzade" userId="1a1f1890fb0585a8" providerId="Windows Live" clId="Web-{4F65E0F4-46D0-4837-BB43-8FD2E6103EC6}"/>
    <pc:docChg chg="delSld modSld">
      <pc:chgData name="Azer Yusifzade" userId="1a1f1890fb0585a8" providerId="Windows Live" clId="Web-{4F65E0F4-46D0-4837-BB43-8FD2E6103EC6}" dt="2026-10-08T07:49:12.297" v="179" actId="1076"/>
      <pc:docMkLst>
        <pc:docMk/>
      </pc:docMkLst>
      <pc:sldChg chg="delSp modSp">
        <pc:chgData name="Azer Yusifzade" userId="1a1f1890fb0585a8" providerId="Windows Live" clId="Web-{4F65E0F4-46D0-4837-BB43-8FD2E6103EC6}" dt="2026-10-08T07:49:12.297" v="179" actId="1076"/>
        <pc:sldMkLst>
          <pc:docMk/>
          <pc:sldMk cId="0" sldId="256"/>
        </pc:sldMkLst>
        <pc:spChg chg="del">
          <ac:chgData name="Azer Yusifzade" userId="1a1f1890fb0585a8" providerId="Windows Live" clId="Web-{4F65E0F4-46D0-4837-BB43-8FD2E6103EC6}" dt="2026-10-08T07:43:49.471" v="123"/>
          <ac:spMkLst>
            <pc:docMk/>
            <pc:sldMk cId="0" sldId="256"/>
            <ac:spMk id="2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49:12.297" v="179" actId="1076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Azer Yusifzade" userId="1a1f1890fb0585a8" providerId="Windows Live" clId="Web-{4F65E0F4-46D0-4837-BB43-8FD2E6103EC6}" dt="2026-10-08T07:49:06.687" v="1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5:06.278" v="72" actId="14100"/>
          <ac:spMkLst>
            <pc:docMk/>
            <pc:sldMk cId="0" sldId="256"/>
            <ac:spMk id="5" creationId="{00000000-0000-0000-0000-000000000000}"/>
          </ac:spMkLst>
        </pc:spChg>
        <pc:picChg chg="mod">
          <ac:chgData name="Azer Yusifzade" userId="1a1f1890fb0585a8" providerId="Windows Live" clId="Web-{4F65E0F4-46D0-4837-BB43-8FD2E6103EC6}" dt="2026-10-08T07:29:56.813" v="1" actId="14100"/>
          <ac:picMkLst>
            <pc:docMk/>
            <pc:sldMk cId="0" sldId="256"/>
            <ac:picMk id="6" creationId="{00000000-0000-0000-0000-000000000000}"/>
          </ac:picMkLst>
        </pc:picChg>
      </pc:sldChg>
      <pc:sldChg chg="modSp">
        <pc:chgData name="Azer Yusifzade" userId="1a1f1890fb0585a8" providerId="Windows Live" clId="Web-{4F65E0F4-46D0-4837-BB43-8FD2E6103EC6}" dt="2026-10-08T07:30:32.236" v="4"/>
        <pc:sldMkLst>
          <pc:docMk/>
          <pc:sldMk cId="0" sldId="257"/>
        </pc:sldMkLst>
        <pc:picChg chg="mod">
          <ac:chgData name="Azer Yusifzade" userId="1a1f1890fb0585a8" providerId="Windows Live" clId="Web-{4F65E0F4-46D0-4837-BB43-8FD2E6103EC6}" dt="2026-10-08T07:30:32.236" v="4"/>
          <ac:picMkLst>
            <pc:docMk/>
            <pc:sldMk cId="0" sldId="257"/>
            <ac:picMk id="5" creationId="{00000000-0000-0000-0000-000000000000}"/>
          </ac:picMkLst>
        </pc:picChg>
      </pc:sldChg>
      <pc:sldChg chg="addSp delSp modSp">
        <pc:chgData name="Azer Yusifzade" userId="1a1f1890fb0585a8" providerId="Windows Live" clId="Web-{4F65E0F4-46D0-4837-BB43-8FD2E6103EC6}" dt="2026-10-08T07:45:59.539" v="148"/>
        <pc:sldMkLst>
          <pc:docMk/>
          <pc:sldMk cId="0" sldId="258"/>
        </pc:sldMkLst>
        <pc:spChg chg="del">
          <ac:chgData name="Azer Yusifzade" userId="1a1f1890fb0585a8" providerId="Windows Live" clId="Web-{4F65E0F4-46D0-4837-BB43-8FD2E6103EC6}" dt="2026-10-08T07:45:59.539" v="148"/>
          <ac:spMkLst>
            <pc:docMk/>
            <pc:sldMk cId="0" sldId="258"/>
            <ac:spMk id="2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0:45.455" v="7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1:19.925" v="16" actId="1076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Azer Yusifzade" userId="1a1f1890fb0585a8" providerId="Windows Live" clId="Web-{4F65E0F4-46D0-4837-BB43-8FD2E6103EC6}" dt="2026-10-08T07:31:05.190" v="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1:12.066" v="13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1:16.691" v="15" actId="1076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zer Yusifzade" userId="1a1f1890fb0585a8" providerId="Windows Live" clId="Web-{4F65E0F4-46D0-4837-BB43-8FD2E6103EC6}" dt="2026-10-08T07:34:54.684" v="70"/>
          <ac:spMkLst>
            <pc:docMk/>
            <pc:sldMk cId="0" sldId="258"/>
            <ac:spMk id="12" creationId="{00000000-0000-0000-0000-000000000000}"/>
          </ac:spMkLst>
        </pc:spChg>
        <pc:spChg chg="add del mod">
          <ac:chgData name="Azer Yusifzade" userId="1a1f1890fb0585a8" providerId="Windows Live" clId="Web-{4F65E0F4-46D0-4837-BB43-8FD2E6103EC6}" dt="2026-10-08T07:34:50.731" v="67"/>
          <ac:spMkLst>
            <pc:docMk/>
            <pc:sldMk cId="0" sldId="258"/>
            <ac:spMk id="14" creationId="{840AA988-8DBB-F347-A713-0A40C6D4F982}"/>
          </ac:spMkLst>
        </pc:spChg>
        <pc:picChg chg="del">
          <ac:chgData name="Azer Yusifzade" userId="1a1f1890fb0585a8" providerId="Windows Live" clId="Web-{4F65E0F4-46D0-4837-BB43-8FD2E6103EC6}" dt="2026-10-08T07:31:00.315" v="9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Azer Yusifzade" userId="1a1f1890fb0585a8" providerId="Windows Live" clId="Web-{4F65E0F4-46D0-4837-BB43-8FD2E6103EC6}" dt="2026-10-08T07:31:08.534" v="12" actId="1076"/>
          <ac:picMkLst>
            <pc:docMk/>
            <pc:sldMk cId="0" sldId="258"/>
            <ac:picMk id="8" creationId="{00000000-0000-0000-0000-000000000000}"/>
          </ac:picMkLst>
        </pc:picChg>
        <pc:picChg chg="mod">
          <ac:chgData name="Azer Yusifzade" userId="1a1f1890fb0585a8" providerId="Windows Live" clId="Web-{4F65E0F4-46D0-4837-BB43-8FD2E6103EC6}" dt="2026-10-08T07:31:13.909" v="14" actId="1076"/>
          <ac:picMkLst>
            <pc:docMk/>
            <pc:sldMk cId="0" sldId="258"/>
            <ac:picMk id="10" creationId="{00000000-0000-0000-0000-000000000000}"/>
          </ac:picMkLst>
        </pc:picChg>
        <pc:picChg chg="del mod">
          <ac:chgData name="Azer Yusifzade" userId="1a1f1890fb0585a8" providerId="Windows Live" clId="Web-{4F65E0F4-46D0-4837-BB43-8FD2E6103EC6}" dt="2026-10-08T07:34:53.621" v="69"/>
          <ac:picMkLst>
            <pc:docMk/>
            <pc:sldMk cId="0" sldId="258"/>
            <ac:picMk id="13" creationId="{00000000-0000-0000-0000-000000000000}"/>
          </ac:picMkLst>
        </pc:picChg>
        <pc:picChg chg="add mod">
          <ac:chgData name="Azer Yusifzade" userId="1a1f1890fb0585a8" providerId="Windows Live" clId="Web-{4F65E0F4-46D0-4837-BB43-8FD2E6103EC6}" dt="2026-10-08T07:45:40.226" v="147" actId="1076"/>
          <ac:picMkLst>
            <pc:docMk/>
            <pc:sldMk cId="0" sldId="258"/>
            <ac:picMk id="16" creationId="{494AA161-AB03-C2C4-4D13-FE6587AB3BDB}"/>
          </ac:picMkLst>
        </pc:picChg>
      </pc:sldChg>
      <pc:sldChg chg="addSp delSp modSp">
        <pc:chgData name="Azer Yusifzade" userId="1a1f1890fb0585a8" providerId="Windows Live" clId="Web-{4F65E0F4-46D0-4837-BB43-8FD2E6103EC6}" dt="2026-10-08T07:48:38.483" v="177"/>
        <pc:sldMkLst>
          <pc:docMk/>
          <pc:sldMk cId="0" sldId="259"/>
        </pc:sldMkLst>
        <pc:spChg chg="mod">
          <ac:chgData name="Azer Yusifzade" userId="1a1f1890fb0585a8" providerId="Windows Live" clId="Web-{4F65E0F4-46D0-4837-BB43-8FD2E6103EC6}" dt="2026-10-08T07:38:29.599" v="105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8:29.614" v="106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8:29.646" v="107" actId="1076"/>
          <ac:spMkLst>
            <pc:docMk/>
            <pc:sldMk cId="0" sldId="259"/>
            <ac:spMk id="5" creationId="{00000000-0000-0000-0000-000000000000}"/>
          </ac:spMkLst>
        </pc:spChg>
        <pc:spChg chg="add del mod">
          <ac:chgData name="Azer Yusifzade" userId="1a1f1890fb0585a8" providerId="Windows Live" clId="Web-{4F65E0F4-46D0-4837-BB43-8FD2E6103EC6}" dt="2026-10-08T07:48:38.483" v="177"/>
          <ac:spMkLst>
            <pc:docMk/>
            <pc:sldMk cId="0" sldId="259"/>
            <ac:spMk id="7" creationId="{FDCE42D3-C831-7862-BAE4-21C6DFD12E0E}"/>
          </ac:spMkLst>
        </pc:spChg>
        <pc:picChg chg="add del">
          <ac:chgData name="Azer Yusifzade" userId="1a1f1890fb0585a8" providerId="Windows Live" clId="Web-{4F65E0F4-46D0-4837-BB43-8FD2E6103EC6}" dt="2026-10-08T07:38:15.786" v="104"/>
          <ac:picMkLst>
            <pc:docMk/>
            <pc:sldMk cId="0" sldId="259"/>
            <ac:picMk id="2" creationId="{00000000-0000-0000-0000-000000000000}"/>
          </ac:picMkLst>
        </pc:picChg>
        <pc:picChg chg="add mod">
          <ac:chgData name="Azer Yusifzade" userId="1a1f1890fb0585a8" providerId="Windows Live" clId="Web-{4F65E0F4-46D0-4837-BB43-8FD2E6103EC6}" dt="2026-10-08T07:41:12.527" v="116" actId="1076"/>
          <ac:picMkLst>
            <pc:docMk/>
            <pc:sldMk cId="0" sldId="259"/>
            <ac:picMk id="6" creationId="{82BFA22C-9EF0-8018-0CF4-DC728426BC30}"/>
          </ac:picMkLst>
        </pc:picChg>
      </pc:sldChg>
      <pc:sldChg chg="delSp modSp">
        <pc:chgData name="Azer Yusifzade" userId="1a1f1890fb0585a8" providerId="Windows Live" clId="Web-{4F65E0F4-46D0-4837-BB43-8FD2E6103EC6}" dt="2026-10-08T07:47:17.948" v="175" actId="20577"/>
        <pc:sldMkLst>
          <pc:docMk/>
          <pc:sldMk cId="0" sldId="260"/>
        </pc:sldMkLst>
        <pc:spChg chg="mod">
          <ac:chgData name="Azer Yusifzade" userId="1a1f1890fb0585a8" providerId="Windows Live" clId="Web-{4F65E0F4-46D0-4837-BB43-8FD2E6103EC6}" dt="2026-10-08T07:43:36.799" v="122" actId="14100"/>
          <ac:spMkLst>
            <pc:docMk/>
            <pc:sldMk cId="0" sldId="260"/>
            <ac:spMk id="2" creationId="{00000000-0000-0000-0000-000000000000}"/>
          </ac:spMkLst>
        </pc:spChg>
        <pc:spChg chg="del">
          <ac:chgData name="Azer Yusifzade" userId="1a1f1890fb0585a8" providerId="Windows Live" clId="Web-{4F65E0F4-46D0-4837-BB43-8FD2E6103EC6}" dt="2026-10-08T07:46:08.602" v="149"/>
          <ac:spMkLst>
            <pc:docMk/>
            <pc:sldMk cId="0" sldId="260"/>
            <ac:spMk id="4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2:09.490" v="40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2:16.849" v="43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47:03.620" v="173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47:17.948" v="175" actId="20577"/>
          <ac:spMkLst>
            <pc:docMk/>
            <pc:sldMk cId="0" sldId="260"/>
            <ac:spMk id="10" creationId="{00000000-0000-0000-0000-000000000000}"/>
          </ac:spMkLst>
        </pc:spChg>
        <pc:picChg chg="mod">
          <ac:chgData name="Azer Yusifzade" userId="1a1f1890fb0585a8" providerId="Windows Live" clId="Web-{4F65E0F4-46D0-4837-BB43-8FD2E6103EC6}" dt="2026-10-08T07:43:29.752" v="120" actId="1076"/>
          <ac:picMkLst>
            <pc:docMk/>
            <pc:sldMk cId="0" sldId="260"/>
            <ac:picMk id="3" creationId="{00000000-0000-0000-0000-000000000000}"/>
          </ac:picMkLst>
        </pc:picChg>
      </pc:sldChg>
      <pc:sldChg chg="delSp modSp">
        <pc:chgData name="Azer Yusifzade" userId="1a1f1890fb0585a8" providerId="Windows Live" clId="Web-{4F65E0F4-46D0-4837-BB43-8FD2E6103EC6}" dt="2026-10-08T07:37:41.972" v="103" actId="20577"/>
        <pc:sldMkLst>
          <pc:docMk/>
          <pc:sldMk cId="0" sldId="261"/>
        </pc:sldMkLst>
        <pc:spChg chg="del mod">
          <ac:chgData name="Azer Yusifzade" userId="1a1f1890fb0585a8" providerId="Windows Live" clId="Web-{4F65E0F4-46D0-4837-BB43-8FD2E6103EC6}" dt="2026-10-08T07:37:17.533" v="8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6:57.017" v="79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6:57.048" v="80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7:09.596" v="84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7:05.470" v="82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Azer Yusifzade" userId="1a1f1890fb0585a8" providerId="Windows Live" clId="Web-{4F65E0F4-46D0-4837-BB43-8FD2E6103EC6}" dt="2026-10-08T07:37:41.972" v="103" actId="20577"/>
          <ac:spMkLst>
            <pc:docMk/>
            <pc:sldMk cId="0" sldId="261"/>
            <ac:spMk id="13" creationId="{00000000-0000-0000-0000-000000000000}"/>
          </ac:spMkLst>
        </pc:spChg>
        <pc:picChg chg="del">
          <ac:chgData name="Azer Yusifzade" userId="1a1f1890fb0585a8" providerId="Windows Live" clId="Web-{4F65E0F4-46D0-4837-BB43-8FD2E6103EC6}" dt="2026-10-08T07:36:42.298" v="76"/>
          <ac:picMkLst>
            <pc:docMk/>
            <pc:sldMk cId="0" sldId="261"/>
            <ac:picMk id="4" creationId="{00000000-0000-0000-0000-000000000000}"/>
          </ac:picMkLst>
        </pc:picChg>
        <pc:picChg chg="del mod">
          <ac:chgData name="Azer Yusifzade" userId="1a1f1890fb0585a8" providerId="Windows Live" clId="Web-{4F65E0F4-46D0-4837-BB43-8FD2E6103EC6}" dt="2026-10-08T07:36:50.532" v="78"/>
          <ac:picMkLst>
            <pc:docMk/>
            <pc:sldMk cId="0" sldId="261"/>
            <ac:picMk id="7" creationId="{00000000-0000-0000-0000-000000000000}"/>
          </ac:picMkLst>
        </pc:picChg>
      </pc:sldChg>
      <pc:sldChg chg="del">
        <pc:chgData name="Azer Yusifzade" userId="1a1f1890fb0585a8" providerId="Windows Live" clId="Web-{4F65E0F4-46D0-4837-BB43-8FD2E6103EC6}" dt="2026-10-08T07:36:34.907" v="75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DF047-E2E3-456E-A612-5CB2DAE3A400}" type="datetimeFigureOut"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4CFA0-FC6C-4CE7-861C-9A59D52A2A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23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7D9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2700">
            <a:solidFill>
              <a:srgbClr val="D8C5A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e1709blog.blogspot.com/2010/06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4489" y="2200781"/>
            <a:ext cx="4205678" cy="2467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b="1" kern="100" spc="-44" dirty="0">
                <a:solidFill>
                  <a:srgbClr val="7A26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My Favorite Dish:</a:t>
            </a:r>
            <a:endParaRPr lang="en-US" sz="44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4400" b="1" kern="100" spc="-44" dirty="0">
                <a:solidFill>
                  <a:srgbClr val="7A26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Azerbaijani Plov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310551" y="1125220"/>
            <a:ext cx="6639850" cy="4617720"/>
          </a:xfrm>
          <a:prstGeom prst="rect">
            <a:avLst/>
          </a:prstGeom>
          <a:noFill/>
          <a:ln w="25399">
            <a:solidFill>
              <a:srgbClr val="D8C5A5"/>
            </a:solidFill>
            <a:prstDash val="solid"/>
          </a:ln>
          <a:effectLst>
            <a:outerShdw blurRad="151130" dist="49530" dir="5400000" algn="bl" rotWithShape="0">
              <a:srgbClr val="34241F">
                <a:alpha val="10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630" y="1122832"/>
            <a:ext cx="6629692" cy="4612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284" y="1297980"/>
            <a:ext cx="602550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160" dirty="0">
                <a:solidFill>
                  <a:srgbClr val="7A26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DISH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22284" y="1777550"/>
            <a:ext cx="5415918" cy="108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b="1" kern="100" spc="-36" dirty="0">
                <a:solidFill>
                  <a:srgbClr val="7A26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What Is Azerbaijani Plov?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2284" y="3121620"/>
            <a:ext cx="5415918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87680" indent="-487680" algn="l">
              <a:lnSpc>
                <a:spcPct val="104000"/>
              </a:lnSpc>
              <a:buSzPct val="100000"/>
              <a:buChar char="•"/>
            </a:pPr>
            <a:r>
              <a:rPr lang="en-US" sz="18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Azerbaijan’s national dish: fluffy rice with saffron and butter.</a:t>
            </a:r>
            <a:endParaRPr lang="en-US" sz="2400" dirty="0"/>
          </a:p>
          <a:p>
            <a:pPr marL="487680" indent="-487680" algn="l">
              <a:lnSpc>
                <a:spcPct val="104000"/>
              </a:lnSpc>
              <a:buSzPct val="100000"/>
              <a:buChar char="•"/>
            </a:pPr>
            <a:r>
              <a:rPr lang="en-US" sz="18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Served with a separate topping of meat, dried fruit, and chestnuts.</a:t>
            </a:r>
            <a:endParaRPr lang="en-US" sz="2400" dirty="0"/>
          </a:p>
          <a:p>
            <a:pPr marL="487680" indent="-487680" algn="l">
              <a:lnSpc>
                <a:spcPct val="104000"/>
              </a:lnSpc>
              <a:buSzPct val="100000"/>
              <a:buChar char="•"/>
            </a:pPr>
            <a:r>
              <a:rPr lang="en-US" sz="18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Shah plov is baked inside a crust of thin lavash.</a:t>
            </a:r>
            <a:endParaRPr lang="en-US" sz="2400" dirty="0"/>
          </a:p>
          <a:p>
            <a:pPr marL="487680" indent="-487680" algn="l">
              <a:lnSpc>
                <a:spcPct val="104000"/>
              </a:lnSpc>
              <a:buSzPct val="100000"/>
              <a:buChar char="•"/>
            </a:pPr>
            <a:r>
              <a:rPr lang="en-US" sz="18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Always cooked slowly, for the people we care about.</a:t>
            </a:r>
            <a:endParaRPr lang="en-US" sz="24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072" y="1095135"/>
            <a:ext cx="4667729" cy="4667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2284" y="1101870"/>
            <a:ext cx="5806334" cy="600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b="1" kern="100" spc="-36">
                <a:solidFill>
                  <a:srgbClr val="7A263A"/>
                </a:solidFill>
                <a:latin typeface="Fraunces Bold"/>
                <a:ea typeface="Fraunces Bold" pitchFamily="34" charset="-122"/>
                <a:cs typeface="Fraunces Bold" pitchFamily="34" charset="-120"/>
              </a:rPr>
              <a:t>Why Plov?</a:t>
            </a:r>
            <a:endParaRPr lang="en-US" sz="3600" dirty="0">
              <a:latin typeface="Fraunces Bold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60" y="2156460"/>
            <a:ext cx="426630" cy="426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2860" y="2207530"/>
            <a:ext cx="481575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Nobody leaves the table hungry.</a:t>
            </a:r>
            <a:endParaRPr lang="en-US" sz="2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60" y="3427699"/>
            <a:ext cx="426630" cy="4266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12860" y="3423013"/>
            <a:ext cx="481575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 is the taste of my culture and of meals at home with my family.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960" y="4778855"/>
            <a:ext cx="426630" cy="4266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12860" y="4783462"/>
            <a:ext cx="481575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 Novruz, holidays, and every gathering, plov is on the table.</a:t>
            </a:r>
            <a:endParaRPr lang="en-US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4AA161-AB03-C2C4-4D13-FE6587AB3B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1572" y="1183423"/>
            <a:ext cx="3406466" cy="44818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7772" y="631593"/>
            <a:ext cx="622076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160" dirty="0">
                <a:solidFill>
                  <a:srgbClr val="7A26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 AND VARIETY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7772" y="1111163"/>
            <a:ext cx="5611176" cy="108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b="1" kern="100" spc="-36" dirty="0">
                <a:solidFill>
                  <a:srgbClr val="7A26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One Dish, Many Versions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77772" y="2455234"/>
            <a:ext cx="5611176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04000"/>
              </a:lnSpc>
              <a:buSzPct val="100000"/>
              <a:buChar char="•"/>
            </a:pPr>
            <a:r>
              <a:rPr lang="en-US" sz="24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region and every family has its own recipe.</a:t>
            </a:r>
            <a:endParaRPr lang="en-US" sz="2400" dirty="0"/>
          </a:p>
          <a:p>
            <a:pPr marL="487680" indent="-487680" algn="l">
              <a:lnSpc>
                <a:spcPct val="104000"/>
              </a:lnSpc>
              <a:buSzPct val="100000"/>
              <a:buChar char="•"/>
            </a:pPr>
            <a:r>
              <a:rPr lang="en-US" sz="2400" dirty="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Shah </a:t>
            </a:r>
            <a:r>
              <a:rPr lang="en-US" sz="2400" dirty="0" err="1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plov</a:t>
            </a:r>
            <a:r>
              <a:rPr lang="en-US" sz="2400" dirty="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: rice baked in a golden lavash crust.</a:t>
            </a:r>
            <a:endParaRPr lang="en-US" sz="2400" dirty="0">
              <a:latin typeface="Source Sans 3"/>
            </a:endParaRPr>
          </a:p>
          <a:p>
            <a:pPr marL="487680" indent="-487680" algn="l">
              <a:lnSpc>
                <a:spcPct val="104000"/>
              </a:lnSpc>
              <a:buSzPct val="100000"/>
              <a:buChar char="•"/>
            </a:pPr>
            <a:r>
              <a:rPr lang="en-US" sz="240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Plov</a:t>
            </a:r>
            <a:r>
              <a:rPr lang="en-US" sz="2400" dirty="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 with dried fruit and sweetness.</a:t>
            </a:r>
            <a:endParaRPr lang="en-US" sz="2400" dirty="0">
              <a:latin typeface="Source Sans 3"/>
            </a:endParaRPr>
          </a:p>
          <a:p>
            <a:pPr marL="487680" indent="-487680" algn="l">
              <a:lnSpc>
                <a:spcPct val="104000"/>
              </a:lnSpc>
              <a:buSzPct val="100000"/>
              <a:buChar char="•"/>
            </a:pPr>
            <a:r>
              <a:rPr lang="en-US" sz="24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Recipes are passed down from grandmothers to mothers and children.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BFA22C-9EF0-8018-0CF4-DC728426B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302583" y="946924"/>
            <a:ext cx="5682833" cy="47318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5895" y="1414656"/>
            <a:ext cx="3886996" cy="3573347"/>
          </a:xfrm>
          <a:prstGeom prst="rect">
            <a:avLst/>
          </a:prstGeom>
          <a:noFill/>
          <a:ln w="25399">
            <a:solidFill>
              <a:srgbClr val="D8C5A5"/>
            </a:solidFill>
            <a:prstDash val="solid"/>
          </a:ln>
          <a:effectLst>
            <a:outerShdw blurRad="151130" dist="49530" dir="5400000" algn="bl" rotWithShape="0">
              <a:srgbClr val="34241F">
                <a:alpha val="10000"/>
              </a:srgbClr>
            </a:outerShdw>
          </a:effectLst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16" y="1418703"/>
            <a:ext cx="3891952" cy="35838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72759" y="1101870"/>
            <a:ext cx="6196651" cy="108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b="1" kern="100" spc="-36" dirty="0">
                <a:solidFill>
                  <a:srgbClr val="7A26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The Dish I Cook Best:</a:t>
            </a:r>
            <a:endParaRPr lang="en-US" sz="3600" dirty="0"/>
          </a:p>
          <a:p>
            <a:pPr>
              <a:lnSpc>
                <a:spcPct val="87000"/>
              </a:lnSpc>
            </a:pPr>
            <a:r>
              <a:rPr lang="en-US" sz="3600" b="1" kern="100" spc="-36">
                <a:solidFill>
                  <a:srgbClr val="7A263A"/>
                </a:solidFill>
                <a:latin typeface="Fraunces Bold"/>
                <a:ea typeface="Fraunces Bold" pitchFamily="34" charset="-122"/>
                <a:cs typeface="Fraunces Bold" pitchFamily="34" charset="-120"/>
              </a:rPr>
              <a:t>Pasta with olive oil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372759" y="2445941"/>
            <a:ext cx="619665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My favorite dish is </a:t>
            </a:r>
            <a:r>
              <a:rPr lang="en-US" sz="2400" dirty="0" err="1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plov</a:t>
            </a:r>
            <a:r>
              <a:rPr lang="en-US" sz="2400" dirty="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, but the one I cook best is Pasta.</a:t>
            </a:r>
            <a:endParaRPr lang="en-US" sz="2400" dirty="0">
              <a:latin typeface="Source Sans 3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72759" y="3497183"/>
            <a:ext cx="2869731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28" dirty="0">
                <a:solidFill>
                  <a:srgbClr val="7A263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Simple ingredients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372759" y="4073426"/>
            <a:ext cx="2869731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Pasta, olive oil, garlic, salt, and black pepper.</a:t>
            </a:r>
            <a:endParaRPr lang="en-US" sz="2400" dirty="0"/>
          </a:p>
          <a:p>
            <a:pPr>
              <a:lnSpc>
                <a:spcPct val="104000"/>
              </a:lnSpc>
            </a:pPr>
            <a:r>
              <a:rPr lang="en-US" sz="240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Optional: Red pepper, parsley or some </a:t>
            </a:r>
            <a:r>
              <a:rPr lang="en-US" sz="2400" err="1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chees</a:t>
            </a:r>
            <a:r>
              <a:rPr lang="en-US" sz="240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e.</a:t>
            </a:r>
            <a:endParaRPr lang="en-US" sz="2400">
              <a:latin typeface="Source Sans 3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99679" y="3497183"/>
            <a:ext cx="2869731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28" dirty="0">
                <a:solidFill>
                  <a:srgbClr val="7A263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Quick and simple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699679" y="4073426"/>
            <a:ext cx="286973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Pasta, garlic </a:t>
            </a:r>
            <a:r>
              <a:rPr lang="en-US" sz="2000" dirty="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cooked slowly in olive oil, and a splash of pasta water.</a:t>
            </a:r>
            <a:endParaRPr lang="en-US" sz="2400" dirty="0">
              <a:latin typeface="Source Sans 3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464735" y="3480991"/>
            <a:ext cx="12700" cy="2675235"/>
          </a:xfrm>
          <a:prstGeom prst="rect">
            <a:avLst/>
          </a:prstGeom>
          <a:solidFill>
            <a:srgbClr val="A7653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2284" y="1101870"/>
            <a:ext cx="10947126" cy="600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b="1" kern="100" spc="-36" dirty="0">
                <a:solidFill>
                  <a:srgbClr val="7A26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Two Different Dishes, Two Different Stories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20781" y="2309499"/>
            <a:ext cx="2988592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28" dirty="0">
                <a:solidFill>
                  <a:srgbClr val="7A263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Azerbaijani plov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20781" y="2885741"/>
            <a:ext cx="29885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dish of my family, my holidays, and my home.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620037" y="2318791"/>
            <a:ext cx="2988692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28">
                <a:solidFill>
                  <a:srgbClr val="7A263A"/>
                </a:solidFill>
                <a:latin typeface="Source Sans 3 SemiBold"/>
                <a:ea typeface="Source Sans 3 SemiBold" pitchFamily="34" charset="-122"/>
                <a:cs typeface="Source Sans 3 SemiBold" pitchFamily="34" charset="-120"/>
              </a:rPr>
              <a:t>Pasta</a:t>
            </a:r>
            <a:endParaRPr lang="en-US" sz="2800">
              <a:latin typeface="Source Sans 3 SemiBold"/>
            </a:endParaRPr>
          </a:p>
        </p:txBody>
      </p:sp>
      <p:sp>
        <p:nvSpPr>
          <p:cNvPr id="9" name="Text 5"/>
          <p:cNvSpPr/>
          <p:nvPr/>
        </p:nvSpPr>
        <p:spPr>
          <a:xfrm>
            <a:off x="4620037" y="2895033"/>
            <a:ext cx="29886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dish I cook best, with simple Italian ingredients and bold flavor.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123530" y="1965920"/>
            <a:ext cx="3445781" cy="3968750"/>
          </a:xfrm>
          <a:prstGeom prst="rect">
            <a:avLst/>
          </a:prstGeom>
          <a:solidFill>
            <a:srgbClr val="EDE1D0"/>
          </a:solidFill>
          <a:ln/>
        </p:spPr>
      </p:sp>
      <p:sp>
        <p:nvSpPr>
          <p:cNvPr id="11" name="Text 7"/>
          <p:cNvSpPr/>
          <p:nvPr/>
        </p:nvSpPr>
        <p:spPr>
          <a:xfrm>
            <a:off x="8402923" y="2343071"/>
            <a:ext cx="2886995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28" dirty="0">
                <a:solidFill>
                  <a:srgbClr val="34241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Home and everyday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8402923" y="2919313"/>
            <a:ext cx="288699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424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Plov is my family at the table. Pasta is my everyday cooking.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8402923" y="4621113"/>
            <a:ext cx="288699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Good food connects culture, memories, </a:t>
            </a:r>
            <a:r>
              <a:rPr lang="en-US" sz="200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beautiful taste</a:t>
            </a:r>
            <a:r>
              <a:rPr lang="en-US" sz="2000" dirty="0">
                <a:solidFill>
                  <a:srgbClr val="34241F"/>
                </a:solidFill>
                <a:latin typeface="Source Sans 3"/>
                <a:ea typeface="Source Sans 3" pitchFamily="34" charset="-122"/>
                <a:cs typeface="Source Sans 3" pitchFamily="34" charset="-120"/>
              </a:rPr>
              <a:t>.</a:t>
            </a:r>
            <a:endParaRPr lang="en-US" sz="2000" dirty="0">
              <a:latin typeface="Source Sans 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72</cp:revision>
  <dcterms:created xsi:type="dcterms:W3CDTF">2026-10-08T07:14:45Z</dcterms:created>
  <dcterms:modified xsi:type="dcterms:W3CDTF">2026-10-08T07:49:12Z</dcterms:modified>
</cp:coreProperties>
</file>