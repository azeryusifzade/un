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G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1876A6-417E-B85A-D02B-95C28FAE74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GE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CB758EE-DFD7-E166-FF76-87643F24CC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G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475F79-97B9-5A88-B774-C1E09E5F8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890C4-707C-6642-8948-641094840C3C}" type="datetimeFigureOut">
              <a:rPr lang="ru-GE" smtClean="0"/>
              <a:t>08.10.26</a:t>
            </a:fld>
            <a:endParaRPr lang="ru-G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21C16E7-96DF-6B21-B2A0-376B58572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E9E4E1-8FEB-7C7B-AB55-03FE33C2B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17CF2-6BCC-0A4A-BC70-60C2A39D5D5B}" type="slidenum">
              <a:rPr lang="ru-GE" smtClean="0"/>
              <a:t>‹#›</a:t>
            </a:fld>
            <a:endParaRPr lang="ru-GE"/>
          </a:p>
        </p:txBody>
      </p:sp>
    </p:spTree>
    <p:extLst>
      <p:ext uri="{BB962C8B-B14F-4D97-AF65-F5344CB8AC3E}">
        <p14:creationId xmlns:p14="http://schemas.microsoft.com/office/powerpoint/2010/main" val="4059089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E45208-493B-CA08-FCBF-D5F081DFA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GE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EF8D31-24E2-B9E9-AEAB-B094B2805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B390F0-9A69-073F-BA3E-66FAFAC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890C4-707C-6642-8948-641094840C3C}" type="datetimeFigureOut">
              <a:rPr lang="ru-GE" smtClean="0"/>
              <a:t>08.10.26</a:t>
            </a:fld>
            <a:endParaRPr lang="ru-G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C803A6-5EB2-1DF2-6756-616247EE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03F345-1798-3642-1F3B-9FD89E9A5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17CF2-6BCC-0A4A-BC70-60C2A39D5D5B}" type="slidenum">
              <a:rPr lang="ru-GE" smtClean="0"/>
              <a:t>‹#›</a:t>
            </a:fld>
            <a:endParaRPr lang="ru-GE"/>
          </a:p>
        </p:txBody>
      </p:sp>
    </p:spTree>
    <p:extLst>
      <p:ext uri="{BB962C8B-B14F-4D97-AF65-F5344CB8AC3E}">
        <p14:creationId xmlns:p14="http://schemas.microsoft.com/office/powerpoint/2010/main" val="952446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0DCE44-EB5D-BC96-2A96-559DE34CA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GE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4BF4C1-E2EF-8D36-F051-AB2CC3B0B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AA58955-2B64-2705-CE64-55B2AA38C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890C4-707C-6642-8948-641094840C3C}" type="datetimeFigureOut">
              <a:rPr lang="ru-GE" smtClean="0"/>
              <a:t>08.10.26</a:t>
            </a:fld>
            <a:endParaRPr lang="ru-G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B03440-F6C8-36F0-293B-C37C41EAC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76224A3-E334-4555-79C6-44A103B05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17CF2-6BCC-0A4A-BC70-60C2A39D5D5B}" type="slidenum">
              <a:rPr lang="ru-GE" smtClean="0"/>
              <a:t>‹#›</a:t>
            </a:fld>
            <a:endParaRPr lang="ru-GE"/>
          </a:p>
        </p:txBody>
      </p:sp>
    </p:spTree>
    <p:extLst>
      <p:ext uri="{BB962C8B-B14F-4D97-AF65-F5344CB8AC3E}">
        <p14:creationId xmlns:p14="http://schemas.microsoft.com/office/powerpoint/2010/main" val="41148234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9253D8-43FF-42D2-1211-19314F27F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GE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2CFB36-EFE0-FC6C-11E2-2849332F9C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E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B301F79-24F9-F98D-9D5D-5B5B6FA39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E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AF3816A-84A3-6396-1488-48D7E4A9B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890C4-707C-6642-8948-641094840C3C}" type="datetimeFigureOut">
              <a:rPr lang="ru-GE" smtClean="0"/>
              <a:t>08.10.26</a:t>
            </a:fld>
            <a:endParaRPr lang="ru-GE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A05ADA7-22AA-538B-7A3C-F258B0967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E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795F8AB-EC30-0138-28B1-850E7F621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17CF2-6BCC-0A4A-BC70-60C2A39D5D5B}" type="slidenum">
              <a:rPr lang="ru-GE" smtClean="0"/>
              <a:t>‹#›</a:t>
            </a:fld>
            <a:endParaRPr lang="ru-GE"/>
          </a:p>
        </p:txBody>
      </p:sp>
    </p:spTree>
    <p:extLst>
      <p:ext uri="{BB962C8B-B14F-4D97-AF65-F5344CB8AC3E}">
        <p14:creationId xmlns:p14="http://schemas.microsoft.com/office/powerpoint/2010/main" val="3437855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701136-6B43-A3BA-DFBD-4680B6113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GE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42155A0-310F-55FE-8120-A9FB1D559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F64D16B-6464-E410-17E6-10FA24C42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E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A69DBBD-16E8-8F2B-F098-1419B4CD4A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4F27755-120B-983C-E27F-B6FB1791E1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E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AF0E313-8410-0AC0-ECF2-E37E67FB7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890C4-707C-6642-8948-641094840C3C}" type="datetimeFigureOut">
              <a:rPr lang="ru-GE" smtClean="0"/>
              <a:t>08.10.26</a:t>
            </a:fld>
            <a:endParaRPr lang="ru-GE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EA0392F-FD7E-2E3B-B95D-5AADE29BB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E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4144D1C-16C7-A49B-19B1-839074625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17CF2-6BCC-0A4A-BC70-60C2A39D5D5B}" type="slidenum">
              <a:rPr lang="ru-GE" smtClean="0"/>
              <a:t>‹#›</a:t>
            </a:fld>
            <a:endParaRPr lang="ru-GE"/>
          </a:p>
        </p:txBody>
      </p:sp>
    </p:spTree>
    <p:extLst>
      <p:ext uri="{BB962C8B-B14F-4D97-AF65-F5344CB8AC3E}">
        <p14:creationId xmlns:p14="http://schemas.microsoft.com/office/powerpoint/2010/main" val="695971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C464E1-A244-8945-9838-DEF0EB1BC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GE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F6D57D7-36CB-837B-5003-739D937F4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890C4-707C-6642-8948-641094840C3C}" type="datetimeFigureOut">
              <a:rPr lang="ru-GE" smtClean="0"/>
              <a:t>08.10.26</a:t>
            </a:fld>
            <a:endParaRPr lang="ru-GE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44738E0-2039-41F6-0308-F31464F59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E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1507ED9-0AC8-6E76-F3B3-72E648202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17CF2-6BCC-0A4A-BC70-60C2A39D5D5B}" type="slidenum">
              <a:rPr lang="ru-GE" smtClean="0"/>
              <a:t>‹#›</a:t>
            </a:fld>
            <a:endParaRPr lang="ru-GE"/>
          </a:p>
        </p:txBody>
      </p:sp>
    </p:spTree>
    <p:extLst>
      <p:ext uri="{BB962C8B-B14F-4D97-AF65-F5344CB8AC3E}">
        <p14:creationId xmlns:p14="http://schemas.microsoft.com/office/powerpoint/2010/main" val="3280400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008DEDA3-3808-BE91-E889-61DEA69CD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890C4-707C-6642-8948-641094840C3C}" type="datetimeFigureOut">
              <a:rPr lang="ru-GE" smtClean="0"/>
              <a:t>08.10.26</a:t>
            </a:fld>
            <a:endParaRPr lang="ru-GE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60ADF00-613D-90FF-8DF1-3C3F4D034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E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A79EFA-978C-6238-4172-6AB5D4094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17CF2-6BCC-0A4A-BC70-60C2A39D5D5B}" type="slidenum">
              <a:rPr lang="ru-GE" smtClean="0"/>
              <a:t>‹#›</a:t>
            </a:fld>
            <a:endParaRPr lang="ru-GE"/>
          </a:p>
        </p:txBody>
      </p:sp>
    </p:spTree>
    <p:extLst>
      <p:ext uri="{BB962C8B-B14F-4D97-AF65-F5344CB8AC3E}">
        <p14:creationId xmlns:p14="http://schemas.microsoft.com/office/powerpoint/2010/main" val="3607993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EE8E95-AB6F-A5CD-86BE-3FB7A606E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GE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674C54-BC8A-A070-C264-BDDCE4E5C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E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CF57920-48E3-5DE3-4B48-5619B7307A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48D0D1F-9297-49CE-D568-0C8BE0C8A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890C4-707C-6642-8948-641094840C3C}" type="datetimeFigureOut">
              <a:rPr lang="ru-GE" smtClean="0"/>
              <a:t>08.10.26</a:t>
            </a:fld>
            <a:endParaRPr lang="ru-GE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2CA079F-0B76-F189-42D2-F11DBEB7A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E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C128C0A-76E3-37FC-F20A-F0928278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17CF2-6BCC-0A4A-BC70-60C2A39D5D5B}" type="slidenum">
              <a:rPr lang="ru-GE" smtClean="0"/>
              <a:t>‹#›</a:t>
            </a:fld>
            <a:endParaRPr lang="ru-GE"/>
          </a:p>
        </p:txBody>
      </p:sp>
    </p:spTree>
    <p:extLst>
      <p:ext uri="{BB962C8B-B14F-4D97-AF65-F5344CB8AC3E}">
        <p14:creationId xmlns:p14="http://schemas.microsoft.com/office/powerpoint/2010/main" val="861965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012F56-A9BE-0CC2-FD47-F5D387DE0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GE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EDC5D4F-5B5C-D605-0B9A-66D45A5BC2F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GE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22FEDBC-F1D3-2950-CC3C-FA32F3721F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1737856-91BF-BACF-5CFF-9BFEBBBE0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890C4-707C-6642-8948-641094840C3C}" type="datetimeFigureOut">
              <a:rPr lang="ru-GE" smtClean="0"/>
              <a:t>08.10.26</a:t>
            </a:fld>
            <a:endParaRPr lang="ru-GE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0464165-01B4-3854-313B-10A2D021A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E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F584C91-5A9C-C4F8-1629-BBDAB2F0D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17CF2-6BCC-0A4A-BC70-60C2A39D5D5B}" type="slidenum">
              <a:rPr lang="ru-GE" smtClean="0"/>
              <a:t>‹#›</a:t>
            </a:fld>
            <a:endParaRPr lang="ru-GE"/>
          </a:p>
        </p:txBody>
      </p:sp>
    </p:spTree>
    <p:extLst>
      <p:ext uri="{BB962C8B-B14F-4D97-AF65-F5344CB8AC3E}">
        <p14:creationId xmlns:p14="http://schemas.microsoft.com/office/powerpoint/2010/main" val="873413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2CF198-18D3-B837-1D52-6946745F5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GE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BF17A40-C230-C582-0B19-8AE3CAF886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9E4806-D0F2-B751-91DD-68F7E1BBA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890C4-707C-6642-8948-641094840C3C}" type="datetimeFigureOut">
              <a:rPr lang="ru-GE" smtClean="0"/>
              <a:t>08.10.26</a:t>
            </a:fld>
            <a:endParaRPr lang="ru-G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477561-36FB-B969-E422-0F9A9F4E6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658B47-B4CD-6D4F-1070-540BE35F6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17CF2-6BCC-0A4A-BC70-60C2A39D5D5B}" type="slidenum">
              <a:rPr lang="ru-GE" smtClean="0"/>
              <a:t>‹#›</a:t>
            </a:fld>
            <a:endParaRPr lang="ru-GE"/>
          </a:p>
        </p:txBody>
      </p:sp>
    </p:spTree>
    <p:extLst>
      <p:ext uri="{BB962C8B-B14F-4D97-AF65-F5344CB8AC3E}">
        <p14:creationId xmlns:p14="http://schemas.microsoft.com/office/powerpoint/2010/main" val="4092461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C6237A0-C237-0CBC-438D-E70993D490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GE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099ACF-EF7D-78FE-35DF-4AFB97C8BE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475F58-2EB1-5466-1F41-06498A78F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890C4-707C-6642-8948-641094840C3C}" type="datetimeFigureOut">
              <a:rPr lang="ru-GE" smtClean="0"/>
              <a:t>08.10.26</a:t>
            </a:fld>
            <a:endParaRPr lang="ru-G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D9BB90-D80C-75BF-0B86-064285458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G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9AA4A4-3CEC-B7F1-D5FF-FEA0E896E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17CF2-6BCC-0A4A-BC70-60C2A39D5D5B}" type="slidenum">
              <a:rPr lang="ru-GE" smtClean="0"/>
              <a:t>‹#›</a:t>
            </a:fld>
            <a:endParaRPr lang="ru-GE"/>
          </a:p>
        </p:txBody>
      </p:sp>
    </p:spTree>
    <p:extLst>
      <p:ext uri="{BB962C8B-B14F-4D97-AF65-F5344CB8AC3E}">
        <p14:creationId xmlns:p14="http://schemas.microsoft.com/office/powerpoint/2010/main" val="2076218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DE8087-08A1-B123-7446-AAAB034DB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GE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64DE19-98EB-792A-A429-9C54C9BF9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GE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4436C5-3AD6-3452-5FF3-D8884A94A6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5890C4-707C-6642-8948-641094840C3C}" type="datetimeFigureOut">
              <a:rPr lang="ru-GE" smtClean="0"/>
              <a:t>08.10.26</a:t>
            </a:fld>
            <a:endParaRPr lang="ru-GE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64FDB5-90F8-8B97-DF37-983A1A936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GE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F777BF-51DD-2E5A-6218-5290A54E5B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017CF2-6BCC-0A4A-BC70-60C2A39D5D5B}" type="slidenum">
              <a:rPr lang="ru-GE" smtClean="0"/>
              <a:t>‹#›</a:t>
            </a:fld>
            <a:endParaRPr lang="ru-GE"/>
          </a:p>
        </p:txBody>
      </p:sp>
    </p:spTree>
    <p:extLst>
      <p:ext uri="{BB962C8B-B14F-4D97-AF65-F5344CB8AC3E}">
        <p14:creationId xmlns:p14="http://schemas.microsoft.com/office/powerpoint/2010/main" val="2782499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G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71ECDC-863C-16BE-8312-B3692EE73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22" y="-174592"/>
            <a:ext cx="3932237" cy="1600200"/>
          </a:xfrm>
        </p:spPr>
        <p:txBody>
          <a:bodyPr/>
          <a:lstStyle/>
          <a:p>
            <a:pPr algn="ctr"/>
            <a:r>
              <a:rPr lang="en-US" dirty="0"/>
              <a:t>Caesar Salad</a:t>
            </a:r>
            <a:endParaRPr lang="ru-GE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CC78D1E-407C-94CC-FB4E-3219655607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915580"/>
            <a:ext cx="4950046" cy="4953407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EBE974EA-FDEA-C236-C33C-F28EAE841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4525" y="1787525"/>
            <a:ext cx="3748433" cy="3502814"/>
          </a:xfrm>
        </p:spPr>
        <p:txBody>
          <a:bodyPr vert="horz">
            <a:normAutofit/>
          </a:bodyPr>
          <a:lstStyle/>
          <a:p>
            <a:pPr algn="l"/>
            <a:r>
              <a:rPr lang="ru-GE" sz="2000" dirty="0">
                <a:effectLst/>
                <a:latin typeface="Helvetica" pitchFamily="2" charset="0"/>
              </a:rPr>
              <a:t>The salad was created by Caesar Cardini at Caesar's in Tijuana, Mexico, when the kitchen was overwhelmed and short on ingredients.</a:t>
            </a:r>
          </a:p>
          <a:p>
            <a:pPr algn="l"/>
            <a:r>
              <a:rPr lang="ru-GE" sz="2000" dirty="0">
                <a:effectLst/>
                <a:latin typeface="Helvetica" pitchFamily="2" charset="0"/>
              </a:rPr>
              <a:t>It was originally prepared tableside,' and it is still prepared tableside at the original venue</a:t>
            </a:r>
            <a:r>
              <a:rPr lang="en-US" sz="2000" dirty="0">
                <a:effectLst/>
                <a:latin typeface="Helvetica" pitchFamily="2" charset="0"/>
              </a:rPr>
              <a:t>.</a:t>
            </a:r>
          </a:p>
          <a:p>
            <a:endParaRPr lang="ru-GE" sz="1800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75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05B6A1-5CD1-3AFA-D654-6DDF24295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831" y="-543827"/>
            <a:ext cx="3932237" cy="1273814"/>
          </a:xfrm>
        </p:spPr>
        <p:txBody>
          <a:bodyPr/>
          <a:lstStyle/>
          <a:p>
            <a:r>
              <a:rPr lang="en-US" dirty="0"/>
              <a:t>ingredients</a:t>
            </a:r>
            <a:endParaRPr lang="ru-GE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F3C3462-1ED8-F204-5B82-2FB0DF5C90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37068" y="93080"/>
            <a:ext cx="3932237" cy="3909818"/>
          </a:xfrm>
          <a:solidFill>
            <a:schemeClr val="bg1"/>
          </a:solidFill>
        </p:spPr>
        <p:txBody>
          <a:bodyPr>
            <a:noAutofit/>
          </a:bodyPr>
          <a:lstStyle/>
          <a:p>
            <a:endParaRPr lang="ru-GE" sz="1500" dirty="0">
              <a:effectLst/>
              <a:latin typeface=".AppleSystemUIFont"/>
            </a:endParaRPr>
          </a:p>
          <a:p>
            <a:r>
              <a:rPr lang="ru-GE" sz="1500" b="0" i="0" dirty="0">
                <a:effectLst/>
                <a:latin typeface=".SFUI-Regular"/>
              </a:rPr>
              <a:t> 2 tbsp olive oil</a:t>
            </a:r>
            <a:endParaRPr lang="ru-GE" sz="1500" dirty="0">
              <a:effectLst/>
              <a:latin typeface=".AppleSystemUIFont"/>
            </a:endParaRPr>
          </a:p>
          <a:p>
            <a:r>
              <a:rPr lang="ru-GE" sz="1500" b="0" i="0" dirty="0">
                <a:effectLst/>
                <a:latin typeface=".SFUI-Regular"/>
              </a:rPr>
              <a:t> 1 garlic clove (minced)</a:t>
            </a:r>
            <a:endParaRPr lang="ru-GE" sz="1500" dirty="0">
              <a:effectLst/>
              <a:latin typeface=".AppleSystemUIFont"/>
            </a:endParaRPr>
          </a:p>
          <a:p>
            <a:r>
              <a:rPr lang="ru-GE" sz="1500" b="0" i="0" dirty="0">
                <a:effectLst/>
                <a:latin typeface=".SFUI-Regular"/>
              </a:rPr>
              <a:t> A pinch of salt</a:t>
            </a:r>
            <a:endParaRPr lang="ru-GE" sz="1500" dirty="0">
              <a:effectLst/>
              <a:latin typeface=".AppleSystemUIFont"/>
            </a:endParaRPr>
          </a:p>
          <a:p>
            <a:r>
              <a:rPr lang="ru-GE" sz="1500" b="1" i="0" dirty="0">
                <a:effectLst/>
                <a:latin typeface=".SFUI-Semibold"/>
              </a:rPr>
              <a:t>For the Dressing:</a:t>
            </a:r>
            <a:endParaRPr lang="ru-GE" sz="1500" dirty="0">
              <a:effectLst/>
              <a:latin typeface=".AppleSystemUIFont"/>
            </a:endParaRPr>
          </a:p>
          <a:p>
            <a:r>
              <a:rPr lang="ru-GE" sz="1500" b="0" i="0" dirty="0">
                <a:effectLst/>
                <a:latin typeface=".SFUI-Regular"/>
              </a:rPr>
              <a:t> 2 garlic cloves (minced)</a:t>
            </a:r>
            <a:endParaRPr lang="ru-GE" sz="1500" dirty="0">
              <a:effectLst/>
              <a:latin typeface=".AppleSystemUIFont"/>
            </a:endParaRPr>
          </a:p>
          <a:p>
            <a:r>
              <a:rPr lang="ru-GE" sz="1500" b="0" i="0" dirty="0">
                <a:effectLst/>
                <a:latin typeface=".SFUI-Regular"/>
              </a:rPr>
              <a:t> 2 tbsp mayonnaise</a:t>
            </a:r>
            <a:endParaRPr lang="ru-GE" sz="1500" dirty="0">
              <a:effectLst/>
              <a:latin typeface=".AppleSystemUIFont"/>
            </a:endParaRPr>
          </a:p>
          <a:p>
            <a:r>
              <a:rPr lang="ru-GE" sz="1500" b="0" i="0" dirty="0">
                <a:effectLst/>
                <a:latin typeface=".SFUI-Regular"/>
              </a:rPr>
              <a:t> 1 tsp Dijon mustard</a:t>
            </a:r>
            <a:endParaRPr lang="ru-GE" sz="1500" dirty="0">
              <a:effectLst/>
              <a:latin typeface=".AppleSystemUIFont"/>
            </a:endParaRPr>
          </a:p>
          <a:p>
            <a:r>
              <a:rPr lang="ru-GE" sz="1500" b="0" i="0" dirty="0">
                <a:effectLst/>
                <a:latin typeface=".SFUI-Regular"/>
              </a:rPr>
              <a:t> 1 tsp Worcestershire sauce</a:t>
            </a:r>
            <a:endParaRPr lang="ru-GE" sz="1500" dirty="0">
              <a:effectLst/>
              <a:latin typeface=".AppleSystemUIFont"/>
            </a:endParaRPr>
          </a:p>
          <a:p>
            <a:r>
              <a:rPr lang="ru-GE" sz="1500" b="0" i="0" dirty="0">
                <a:effectLst/>
                <a:latin typeface=".SFUI-Regular"/>
              </a:rPr>
              <a:t> 1 tbsp fresh lemon juice</a:t>
            </a:r>
            <a:endParaRPr lang="ru-GE" sz="1500" dirty="0">
              <a:effectLst/>
              <a:latin typeface=".AppleSystemUIFont"/>
            </a:endParaRPr>
          </a:p>
          <a:p>
            <a:r>
              <a:rPr lang="ru-GE" sz="1500" b="0" i="0" dirty="0">
                <a:effectLst/>
                <a:latin typeface=".SFUI-Regular"/>
              </a:rPr>
              <a:t> 1/4 cup extra-virgin olive oil</a:t>
            </a:r>
            <a:endParaRPr lang="ru-GE" sz="1500" dirty="0">
              <a:effectLst/>
              <a:latin typeface=".AppleSystemUIFont"/>
            </a:endParaRPr>
          </a:p>
          <a:p>
            <a:r>
              <a:rPr lang="ru-GE" sz="1500" b="0" i="0" dirty="0">
                <a:effectLst/>
                <a:latin typeface=".SFUI-Regular"/>
              </a:rPr>
              <a:t> 1/4 cup grated Parmesan cheese</a:t>
            </a:r>
            <a:endParaRPr lang="ru-GE" sz="1500" dirty="0">
              <a:effectLst/>
              <a:latin typeface=".AppleSystemUIFont"/>
            </a:endParaRPr>
          </a:p>
          <a:p>
            <a:r>
              <a:rPr lang="ru-GE" sz="1500" b="0" i="0" dirty="0">
                <a:effectLst/>
                <a:latin typeface=".SFUI-Regular"/>
              </a:rPr>
              <a:t> Salt and black pepper to taste</a:t>
            </a:r>
            <a:endParaRPr lang="ru-GE" sz="1500" dirty="0">
              <a:effectLst/>
              <a:latin typeface=".AppleSystemUIFont"/>
            </a:endParaRPr>
          </a:p>
          <a:p>
            <a:r>
              <a:rPr lang="ru-GE" sz="1500" b="1" i="0" dirty="0">
                <a:effectLst/>
                <a:latin typeface=".SFUI-Semibold"/>
              </a:rPr>
              <a:t>For the Salad</a:t>
            </a:r>
            <a:r>
              <a:rPr lang="ru-RU" sz="1500" b="1" i="0" dirty="0">
                <a:effectLst/>
                <a:latin typeface=".SFUI-Semibold"/>
              </a:rPr>
              <a:t>:</a:t>
            </a:r>
            <a:endParaRPr lang="ru-GE" sz="1500" dirty="0">
              <a:effectLst/>
              <a:latin typeface=".AppleSystemUIFont"/>
            </a:endParaRPr>
          </a:p>
          <a:p>
            <a:r>
              <a:rPr lang="ru-GE" sz="1500" b="0" i="0" dirty="0">
                <a:effectLst/>
                <a:latin typeface=".SFUI-Regular"/>
              </a:rPr>
              <a:t> 1 large head of Romaine lettuce (washed, dried, and chopped)</a:t>
            </a:r>
            <a:endParaRPr lang="ru-GE" sz="1500" dirty="0">
              <a:effectLst/>
              <a:latin typeface=".AppleSystemUIFont"/>
            </a:endParaRPr>
          </a:p>
          <a:p>
            <a:r>
              <a:rPr lang="ru-GE" sz="1500" b="0" i="0" dirty="0">
                <a:effectLst/>
                <a:latin typeface=".SFUI-Regular"/>
              </a:rPr>
              <a:t> 1 large chicken breast (cooked and sliced, optional)</a:t>
            </a:r>
            <a:endParaRPr lang="ru-GE" sz="1500" dirty="0">
              <a:effectLst/>
              <a:latin typeface=".AppleSystemUIFont"/>
            </a:endParaRPr>
          </a:p>
          <a:p>
            <a:r>
              <a:rPr lang="ru-GE" sz="1500" b="0" i="0" dirty="0">
                <a:effectLst/>
                <a:latin typeface=".SFUI-Regular"/>
              </a:rPr>
              <a:t> Extra grated Parmesan cheese for topping</a:t>
            </a:r>
            <a:endParaRPr lang="ru-GE" sz="1500" dirty="0">
              <a:effectLst/>
              <a:latin typeface=".AppleSystemUIFont"/>
            </a:endParaRPr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169050BD-EE74-2183-861A-9A8CD97161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044" y="1474091"/>
            <a:ext cx="5481053" cy="3909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870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7BECD0-7FB0-4738-54D2-AB4570CB7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4479" y="0"/>
            <a:ext cx="10515600" cy="1027906"/>
          </a:xfrm>
        </p:spPr>
        <p:txBody>
          <a:bodyPr/>
          <a:lstStyle/>
          <a:p>
            <a:pPr algn="ctr"/>
            <a:r>
              <a:rPr lang="en-US" dirty="0"/>
              <a:t>Preparing</a:t>
            </a:r>
            <a:endParaRPr lang="ru-GE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93D4CC-EB4E-1CD8-CC02-40F28D9CC6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1921" y="1027906"/>
            <a:ext cx="52578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GE" sz="1600" b="1" i="0" dirty="0">
                <a:effectLst/>
                <a:latin typeface=".SFUI-Semibold"/>
              </a:rPr>
              <a:t>Make the Croutons:</a:t>
            </a:r>
            <a:endParaRPr lang="ru-GE" sz="1600" dirty="0">
              <a:effectLst/>
              <a:latin typeface=".AppleSystemUIFont"/>
            </a:endParaRPr>
          </a:p>
          <a:p>
            <a:pPr marL="0" indent="0">
              <a:buNone/>
            </a:pPr>
            <a:r>
              <a:rPr lang="ru-GE" sz="1600" b="0" i="0" dirty="0">
                <a:effectLst/>
                <a:latin typeface=".SFUI-Regular"/>
              </a:rPr>
              <a:t> Preheat your oven to 200°C (400°F).</a:t>
            </a:r>
            <a:endParaRPr lang="ru-GE" sz="1600" dirty="0">
              <a:effectLst/>
              <a:latin typeface=".AppleSystemUIFont"/>
            </a:endParaRPr>
          </a:p>
          <a:p>
            <a:pPr marL="0" indent="0">
              <a:buNone/>
            </a:pPr>
            <a:r>
              <a:rPr lang="ru-GE" sz="1600" b="0" i="0" dirty="0">
                <a:effectLst/>
                <a:latin typeface=".SFUI-Regular"/>
              </a:rPr>
              <a:t> Toss the bread cubes with olive oil, minced garlic, and salt on a baking sheet.</a:t>
            </a:r>
            <a:endParaRPr lang="ru-GE" sz="1600" dirty="0">
              <a:effectLst/>
              <a:latin typeface=".AppleSystemUIFont"/>
            </a:endParaRPr>
          </a:p>
          <a:p>
            <a:pPr marL="0" indent="0">
              <a:buNone/>
            </a:pPr>
            <a:r>
              <a:rPr lang="ru-GE" sz="1600" b="0" i="0" dirty="0">
                <a:effectLst/>
                <a:latin typeface=".SFUI-Regular"/>
              </a:rPr>
              <a:t> Bake for 8–10 minutes until golden brown and crispy. Set aside to cool.</a:t>
            </a:r>
            <a:endParaRPr lang="ru-GE" sz="1600" dirty="0">
              <a:effectLst/>
              <a:latin typeface=".AppleSystemUIFont"/>
            </a:endParaRPr>
          </a:p>
          <a:p>
            <a:pPr marL="0" indent="0">
              <a:buNone/>
            </a:pPr>
            <a:r>
              <a:rPr lang="ru-GE" sz="1600" b="0" i="0" dirty="0">
                <a:effectLst/>
                <a:latin typeface=".SFUI-Regular"/>
              </a:rPr>
              <a:t>2. </a:t>
            </a:r>
            <a:r>
              <a:rPr lang="ru-GE" sz="1600" b="1" i="0" dirty="0">
                <a:effectLst/>
                <a:latin typeface=".SFUI-Semibold"/>
              </a:rPr>
              <a:t>Prepare the Dressing:</a:t>
            </a:r>
            <a:endParaRPr lang="ru-GE" sz="1600" dirty="0">
              <a:effectLst/>
              <a:latin typeface=".AppleSystemUIFont"/>
            </a:endParaRPr>
          </a:p>
          <a:p>
            <a:pPr marL="0" indent="0">
              <a:buNone/>
            </a:pPr>
            <a:r>
              <a:rPr lang="ru-GE" sz="1600" b="0" i="0" dirty="0">
                <a:effectLst/>
                <a:latin typeface=".SFUI-Regular"/>
              </a:rPr>
              <a:t> In a medium bowl, whisk together the minced garlic, mayonnaise, Dijon mustard, Worcestershire sauce, and fresh lemon juice.</a:t>
            </a:r>
            <a:endParaRPr lang="ru-GE" sz="1600" dirty="0">
              <a:effectLst/>
              <a:latin typeface=".AppleSystemUIFont"/>
            </a:endParaRPr>
          </a:p>
          <a:p>
            <a:pPr marL="0" indent="0">
              <a:buNone/>
            </a:pPr>
            <a:r>
              <a:rPr lang="ru-GE" sz="1600" b="0" i="0" dirty="0">
                <a:effectLst/>
                <a:latin typeface=".SFUI-Regular"/>
              </a:rPr>
              <a:t> Slowly drizzle in the olive oil while whisking constantly until smooth and creamy.</a:t>
            </a:r>
            <a:endParaRPr lang="ru-GE" sz="1600" dirty="0">
              <a:effectLst/>
              <a:latin typeface=".AppleSystemUIFont"/>
            </a:endParaRPr>
          </a:p>
          <a:p>
            <a:pPr marL="0" indent="0">
              <a:buNone/>
            </a:pPr>
            <a:r>
              <a:rPr lang="ru-GE" sz="1600" b="0" i="0" dirty="0">
                <a:effectLst/>
                <a:latin typeface=".SFUI-Regular"/>
              </a:rPr>
              <a:t> Stir in the grated Parmesan cheese, then season with a pinch of salt and black pepper.</a:t>
            </a:r>
            <a:endParaRPr lang="ru-GE" sz="1600" dirty="0">
              <a:effectLst/>
              <a:latin typeface=".AppleSystemUIFont"/>
            </a:endParaRPr>
          </a:p>
          <a:p>
            <a:pPr marL="0" indent="0">
              <a:buNone/>
            </a:pPr>
            <a:r>
              <a:rPr lang="ru-GE" sz="1600" b="0" i="0" dirty="0">
                <a:effectLst/>
                <a:latin typeface=".SFUI-Regular"/>
              </a:rPr>
              <a:t>3. </a:t>
            </a:r>
            <a:r>
              <a:rPr lang="ru-GE" sz="1600" b="1" i="0" dirty="0">
                <a:effectLst/>
                <a:latin typeface=".SFUI-Semibold"/>
              </a:rPr>
              <a:t>Assemble the Salad:</a:t>
            </a:r>
            <a:endParaRPr lang="ru-GE" sz="1600" dirty="0">
              <a:effectLst/>
              <a:latin typeface=".AppleSystemUIFont"/>
            </a:endParaRPr>
          </a:p>
          <a:p>
            <a:pPr marL="0" indent="0">
              <a:buNone/>
            </a:pPr>
            <a:r>
              <a:rPr lang="ru-GE" sz="1600" b="0" i="0" dirty="0">
                <a:effectLst/>
                <a:latin typeface=".SFUI-Regular"/>
              </a:rPr>
              <a:t> Place the chopped Romaine lettuce into a large mixing bowl.</a:t>
            </a:r>
            <a:endParaRPr lang="ru-GE" sz="1600" dirty="0">
              <a:effectLst/>
              <a:latin typeface=".AppleSystemUIFont"/>
            </a:endParaRPr>
          </a:p>
          <a:p>
            <a:pPr marL="0" indent="0">
              <a:buNone/>
            </a:pPr>
            <a:r>
              <a:rPr lang="ru-GE" sz="1600" b="0" i="0" dirty="0">
                <a:effectLst/>
                <a:latin typeface=".SFUI-Regular"/>
              </a:rPr>
              <a:t> Pour about half of the dressing over the lettuce and toss gently until the leaves are evenly coated. (Add more dressing if you prefer it richer).</a:t>
            </a:r>
            <a:endParaRPr lang="ru-GE" sz="1600" dirty="0">
              <a:effectLst/>
              <a:latin typeface=".AppleSystemUIFont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BDC7EE1-4089-848F-A83F-B26CC7071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8558" y="767725"/>
            <a:ext cx="5257800" cy="53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713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42CDAD-73B6-3CA7-7F59-A9E01B039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Serve</a:t>
            </a:r>
            <a:endParaRPr lang="ru-GE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E0AC6AE1-AC18-21D4-7693-204C64C5921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395" y="1753689"/>
            <a:ext cx="4423273" cy="4423273"/>
          </a:xfrm>
          <a:prstGeom prst="rect">
            <a:avLst/>
          </a:prstGeom>
        </p:spPr>
      </p:pic>
      <p:sp>
        <p:nvSpPr>
          <p:cNvPr id="7" name="Объект 6">
            <a:extLst>
              <a:ext uri="{FF2B5EF4-FFF2-40B4-BE49-F238E27FC236}">
                <a16:creationId xmlns:a16="http://schemas.microsoft.com/office/drawing/2014/main" id="{6D810237-FD62-68BA-F9CB-72CF683731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506662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GE" sz="3600" b="0" i="0" dirty="0">
                <a:effectLst/>
                <a:latin typeface=".SFUI-Regular"/>
              </a:rPr>
              <a:t>Top the dressed lettuce with the homemade croutons, sliced chicken breast (if using), and an extra sprinkle of grated Parmesan cheese.</a:t>
            </a:r>
            <a:endParaRPr lang="ru-GE" sz="3600" dirty="0">
              <a:effectLst/>
              <a:latin typeface=".AppleSystemUIFont"/>
            </a:endParaRPr>
          </a:p>
        </p:txBody>
      </p:sp>
    </p:spTree>
    <p:extLst>
      <p:ext uri="{BB962C8B-B14F-4D97-AF65-F5344CB8AC3E}">
        <p14:creationId xmlns:p14="http://schemas.microsoft.com/office/powerpoint/2010/main" val="3612936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21B8D9-8BC5-60D0-78D8-241E908A7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6263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lang="ru-GE" sz="3800" b="0" i="0" dirty="0">
                <a:effectLst/>
                <a:latin typeface=".SFUI-Regular"/>
              </a:rPr>
              <a:t>Enjoy your fresh and crunchy Caesar salad!</a:t>
            </a:r>
            <a:endParaRPr lang="ru-GE" sz="3800" dirty="0">
              <a:effectLst/>
              <a:latin typeface=".AppleSystemUIFont"/>
            </a:endParaRPr>
          </a:p>
        </p:txBody>
      </p:sp>
    </p:spTree>
    <p:extLst>
      <p:ext uri="{BB962C8B-B14F-4D97-AF65-F5344CB8AC3E}">
        <p14:creationId xmlns:p14="http://schemas.microsoft.com/office/powerpoint/2010/main" val="20020570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Широкоэкранный</PresentationFormat>
  <Slides>5</Slides>
  <Notes>0</Notes>
  <HiddenSlides>0</HiddenSlide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Caesar Salad</vt:lpstr>
      <vt:lpstr>ingredients</vt:lpstr>
      <vt:lpstr>Preparing</vt:lpstr>
      <vt:lpstr>Serve</vt:lpstr>
      <vt:lpstr>Enjoy your fresh and crunchy Caesar salad!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Caesar Salad</dc:title>
  <dc:creator>Ali Orujov</dc:creator>
  <cp:lastModifiedBy>Ali Orujov</cp:lastModifiedBy>
  <cp:revision>5</cp:revision>
  <dcterms:created xsi:type="dcterms:W3CDTF">2026-10-08T09:22:31Z</dcterms:created>
  <dcterms:modified xsi:type="dcterms:W3CDTF">2026-10-08T13:23:37Z</dcterms:modified>
</cp:coreProperties>
</file>